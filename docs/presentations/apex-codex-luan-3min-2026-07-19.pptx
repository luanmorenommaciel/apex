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16e529def44cc" /><Relationship Type="http://schemas.openxmlformats.org/officeDocument/2006/relationships/extended-properties" Target="/docProps/app.xml" Id="R098ab1eabfdd435f" /><Relationship Type="http://schemas.openxmlformats.org/officeDocument/2006/relationships/officeDocument" Target="/ppt/presentation.xml" Id="R6c16c0e8ad8e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851e341cba4550"/>
  </p:sldMasterIdLst>
  <p:notesMasterIdLst>
    <p:notesMasterId xmlns:r="http://schemas.openxmlformats.org/officeDocument/2006/relationships" r:id="R18e4401bacf44abb"/>
  </p:notesMasterIdLst>
  <p:sldIdLst>
    <p:sldId xmlns:r="http://schemas.openxmlformats.org/officeDocument/2006/relationships" id="256" r:id="R772d654047b641c3"/>
    <p:sldId xmlns:r="http://schemas.openxmlformats.org/officeDocument/2006/relationships" id="257" r:id="Rc03ca64377d44e61"/>
    <p:sldId xmlns:r="http://schemas.openxmlformats.org/officeDocument/2006/relationships" id="258" r:id="Re330578b645f4c84"/>
    <p:sldId xmlns:r="http://schemas.openxmlformats.org/officeDocument/2006/relationships" id="259" r:id="Ra2850d86d2964d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1ffde5d9484db3" /><Relationship Type="http://schemas.openxmlformats.org/officeDocument/2006/relationships/slideMaster" Target="/ppt/slideMasters/slideMaster1.xml" Id="Rb8851e341cba4550" /><Relationship Type="http://schemas.openxmlformats.org/officeDocument/2006/relationships/notesMaster" Target="/ppt/notesMasters/notesMaster1.xml" Id="R18e4401bacf44abb" /><Relationship Type="http://schemas.openxmlformats.org/officeDocument/2006/relationships/presProps" Target="/ppt/presProps.xml" Id="R619fee3c11b040c0" /><Relationship Type="http://schemas.openxmlformats.org/officeDocument/2006/relationships/tableStyles" Target="/ppt/tableStyles.xml" Id="Rdc9148c581904335" /><Relationship Type="http://schemas.openxmlformats.org/officeDocument/2006/relationships/slide" Target="/ppt/slides/slide1.xml" Id="R772d654047b641c3" /><Relationship Type="http://schemas.openxmlformats.org/officeDocument/2006/relationships/slide" Target="/ppt/slides/slide2.xml" Id="Rc03ca64377d44e61" /><Relationship Type="http://schemas.openxmlformats.org/officeDocument/2006/relationships/slide" Target="/ppt/slides/slide3.xml" Id="Re330578b645f4c84" /><Relationship Type="http://schemas.openxmlformats.org/officeDocument/2006/relationships/slide" Target="/ppt/slides/slide4.xml" Id="Ra2850d86d296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995b2c5c4c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b77cd74f3d42d6" /><Relationship Type="http://schemas.openxmlformats.org/officeDocument/2006/relationships/notesMaster" Target="/ppt/notesMasters/notesMaster1.xml" Id="R32eed32e9350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83c71462274c6e" /><Relationship Type="http://schemas.openxmlformats.org/officeDocument/2006/relationships/notesMaster" Target="/ppt/notesMasters/notesMaster1.xml" Id="Rf0799beb15e44f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3df765c4d454b" /><Relationship Type="http://schemas.openxmlformats.org/officeDocument/2006/relationships/notesMaster" Target="/ppt/notesMasters/notesMaster1.xml" Id="R669b33b7dc68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daa2be7d8480b" /><Relationship Type="http://schemas.openxmlformats.org/officeDocument/2006/relationships/notesMaster" Target="/ppt/notesMasters/notesMaster1.xml" Id="R4072106b5e444b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bd3e13d4e4b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fff287826142c0" /><Relationship Type="http://schemas.openxmlformats.org/officeDocument/2006/relationships/slideLayout" Target="/ppt/slideLayouts/slideLayout1.xml" Id="R29ebc743f47e4f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bc743f47e4f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3881381f94f52" /><Relationship Type="http://schemas.openxmlformats.org/officeDocument/2006/relationships/notesSlide" Target="/ppt/notesSlides/notesSlide1.xml" Id="Rf47d845ad295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8e547faf74846" /><Relationship Type="http://schemas.openxmlformats.org/officeDocument/2006/relationships/notesSlide" Target="/ppt/notesSlides/notesSlide2.xml" Id="R21c94ec28df6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1d33225684311" /><Relationship Type="http://schemas.openxmlformats.org/officeDocument/2006/relationships/notesSlide" Target="/ppt/notesSlides/notesSlide3.xml" Id="R7aedac189b47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9e8c0a61e4106" /><Relationship Type="http://schemas.openxmlformats.org/officeDocument/2006/relationships/notesSlide" Target="/ppt/notesSlides/notesSlide4.xml" Id="R7007d3110f7d48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BD8DF-EDA5-4F49-9194-4F76412B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APEX COMMANDER | RESUMO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7EEBF-1695-4474-8A2D-D9F3A980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14BB2-1C5F-42AF-89DB-F7051470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77C58-FB9A-40CC-8E4A-DB4D477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Apex fecha o loop de diagnostico Spark com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95F25-A4B7-4720-98DC-470F770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6"/>
                </a:solidFill>
              </a:defRPr>
            </a:pPr>
            <a:r>
              <a:rPr sz="1800" b="0">
                <a:solidFill>
                  <a:srgbClr val="526176"/>
                </a:solidFill>
              </a:rPr>
              <a:t>Caso job-42: detectar, validar, revisar o diff e comparar a execucao antes/depois.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BE0E-A455-4FD4-8264-188C435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D149E-D9B7-47C8-8534-37D77550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440DE-F8EA-4C84-9FAF-6D03C1DC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1F787-9B86-419D-B436-BADB3CF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76"/>
                </a:solidFill>
              </a:defRPr>
            </a:pPr>
            <a:r>
              <a:rPr sz="1200" b="1">
                <a:solidFill>
                  <a:srgbClr val="526176"/>
                </a:solidFill>
              </a:rPr>
              <a:t>Skew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92A19-8192-41DB-BDED-836B49F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29.4x -&gt; 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192D7-A5F8-4D1F-B3E3-6E8D2BE0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antes -&gt; depois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FB642-85D4-4077-BA07-49D148EE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4B2B0-A9AB-4744-953F-20FC4FA5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1CDAE-AACB-447B-85DA-63A8575B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76"/>
                </a:solidFill>
              </a:defRPr>
            </a:pPr>
            <a:r>
              <a:rPr sz="1200" b="1">
                <a:solidFill>
                  <a:srgbClr val="526176"/>
                </a:solidFill>
              </a:rPr>
              <a:t>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C8A78-4914-4082-8606-F47CE77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1 -&gt;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5FD3B-8253-414C-A7A5-6BEB7CB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finding high resolvido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DA792-136A-401B-A03A-6B68F60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381EB-9D38-486A-83B7-62680D8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3619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F7505-4719-4EAE-80FE-4EACA3F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10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76"/>
                </a:solidFill>
              </a:defRPr>
            </a:pPr>
            <a:r>
              <a:rPr sz="1200" b="1">
                <a:solidFill>
                  <a:srgbClr val="526176"/>
                </a:solidFill>
              </a:rPr>
              <a:t>Caminho T1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8F668-B5B7-406D-A8E2-545A4672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43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226.991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9DF49-AB91-4F88-8835-05C3F9BF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14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deterministico, sem LLM obrigatorio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CE57E-4C70-400E-91DD-A7A2F36E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 time pode testar a UI local agora. A proxima decisao e escolher o proximo caso real e o dono do runner self-hosted.</a:t>
            </a:r>
          </a:p>
        </p:txBody>
      </p:sp>
    </p:spTree>
    <p:extLst>
      <p:ext uri="{BB962C8B-B14F-4D97-AF65-F5344CB8AC3E}">
        <p14:creationId xmlns:p14="http://schemas.microsoft.com/office/powerpoint/2010/main" val="931509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5883A-B566-4C9F-884E-2780B7F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O PROBLEMA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49B9B-C24D-46AC-80E8-937B2262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2B37-D729-4427-BF13-5A6E583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53AB9-C248-4B09-A08A-5CA079A2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Detectar um alerta nao basta. O engenheiro precisa saber se a correcao melhorou o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194FB-3E23-415D-A9E0-C3445660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O APEX organiza esse caminho com um contrato de evidencia e aprovacao humana antes de qualquer alteracao.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86794-680A-46C8-BF85-F6720AC9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C81FB-3EB1-40E4-9FA1-CFD102EF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Event log 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0AA00-6F57-4771-BF7B-EE6D37C2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5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6A0DA-7A03-4DEB-8A9A-19DE3A8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1BCAE-9363-4288-9E0A-649E0ED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52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T1 + Validator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3677B-8984-4A81-9E9F-34F701F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95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4D89C-AFDC-4389-BBF1-C934CC5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432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30B13-2689-4924-846D-FEA30A10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528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Preview revisavel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8BF27-1619-4658-AF31-51E9F2B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95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CAE18-D91A-4468-B9CC-3226DB02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432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04433-76D8-47FA-8C42-B246F93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528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Rerun +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C9E26-04C8-4A4F-B6DC-C656F8A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A UI mostra evidencia, Judge, recomendacao e preview. O apply continua no MCP com token e confirmacao humana.</a:t>
            </a:r>
          </a:p>
        </p:txBody>
      </p:sp>
    </p:spTree>
    <p:extLst>
      <p:ext uri="{BB962C8B-B14F-4D97-AF65-F5344CB8AC3E}">
        <p14:creationId xmlns:p14="http://schemas.microsoft.com/office/powerpoint/2010/main" val="1024704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7C340-2167-40D6-B572-2D23083A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PROVA DO CASO JOB-42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FBDB2-C4BA-47FC-812C-9E49C7A9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44A24-3411-49F3-9207-D386779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4CDE7-3FD6-4DC5-961A-1E72BAC6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A mitigacao reduziu o skew e eliminou o finding na reexecucao validada.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6F33F-A8A7-44A2-BAE7-87AA0052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176"/>
                </a:solidFill>
              </a:defRPr>
            </a:pPr>
            <a:r>
              <a:rPr sz="1350" b="1">
                <a:solidFill>
                  <a:srgbClr val="526176"/>
                </a:solidFill>
              </a:rPr>
              <a:t>Execucao antes: before-job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BBBF0-FBA8-4625-9839-1351D65B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176"/>
                </a:solidFill>
              </a:defRPr>
            </a:pPr>
            <a:r>
              <a:rPr sz="1350" b="1">
                <a:solidFill>
                  <a:srgbClr val="526176"/>
                </a:solidFill>
              </a:rPr>
              <a:t>Execucao depois: after-job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A664-F1CE-4150-9FEE-83370ABF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F0152-66E5-4D2D-896B-E1AC054C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D1F9C-620B-46D2-83C2-B46960E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29.4x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78B32-2CB4-44B1-988B-15214C4B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skew 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5ED38-FBFD-4A03-AAAF-B2E0D94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1 finding 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E6058-C279-4CB2-9629-E83CB943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67647"/>
                </a:solidFill>
              </a:defRPr>
            </a:pPr>
            <a:r>
              <a:rPr sz="3900" b="1">
                <a:solidFill>
                  <a:srgbClr val="067647"/>
                </a:solidFill>
              </a:rPr>
              <a:t>0.0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4EC81-1EF6-4DC5-A8E4-FA4DFD84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0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skew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271A1-4AC8-4EE0-8C0A-C78F433F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9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7647"/>
                </a:solidFill>
              </a:defRPr>
            </a:pPr>
            <a:r>
              <a:rPr sz="1650" b="1">
                <a:solidFill>
                  <a:srgbClr val="067647"/>
                </a:solidFill>
              </a:rPr>
              <a:t>0 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A039D-64F1-48E8-BD1B-905402A8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 prova nao depende do Judge: T1 e EvidenceValidator continuam obrigatorios. O Judge acrescenta revisao read-only e citacoes de evidencia.</a:t>
            </a:r>
          </a:p>
        </p:txBody>
      </p:sp>
    </p:spTree>
    <p:extLst>
      <p:ext uri="{BB962C8B-B14F-4D97-AF65-F5344CB8AC3E}">
        <p14:creationId xmlns:p14="http://schemas.microsoft.com/office/powerpoint/2010/main" val="109606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1DC41-1C11-48DE-A85F-FA73D08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O QUE O TIME VALIDA AGORA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AFD26-DACA-4B0A-A570-C21056D2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6"/>
                </a:solidFill>
              </a:defRPr>
            </a:pPr>
            <a:r>
              <a:rPr sz="1050" b="1">
                <a:solidFill>
                  <a:srgbClr val="526176"/>
                </a:solidFill>
              </a:rPr>
              <a:t>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9E4E-CBF9-4A6F-9BCD-DECD3E9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EB39A-BDFB-4FD3-9ABA-DCD80F2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Em tres passos, o time consegue avaliar a primeira entrega.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D293A-FCD6-4506-9FE2-0B04238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1. Execute python tools/run_commander_ui.py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62F8-18B9-4835-80C9-65A77B77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2. Abra o caso job-42 e confira evidencia, Judge e before/after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88850-2450-4EB0-AF8F-A4A4629A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3. Rode a Demo MCP Segura e avalie se a recomendacao e o preview ajudam a decidir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1C42B-8687-4982-B24A-EE0E15A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A076B-51E9-425A-A7ED-BF3BF3F2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176"/>
                </a:solidFill>
              </a:defRPr>
            </a:pPr>
            <a:r>
              <a:rPr sz="1350" b="1">
                <a:solidFill>
                  <a:srgbClr val="526176"/>
                </a:solidFill>
              </a:rPr>
              <a:t>Pedido ao Luan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BD0BB-EB80-4C17-942E-C7C0864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Validar a experiencia local e escolher o proximo caso real. A UI segue local e nao aplica mudancas por conta propria.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2DEB9-AAD3-4110-A468-910C202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Limites declarados: UI single-user, dados de demonstracao versionados e runner self-hosted com dependencia operacional.</a:t>
            </a:r>
          </a:p>
        </p:txBody>
      </p:sp>
    </p:spTree>
    <p:extLst>
      <p:ext uri="{BB962C8B-B14F-4D97-AF65-F5344CB8AC3E}">
        <p14:creationId xmlns:p14="http://schemas.microsoft.com/office/powerpoint/2010/main" val="1417986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2026-07-19T14:57:41.1540000Z</dcterms:created>
  <dcterms:modified xsi:type="dcterms:W3CDTF">2026-07-19T14:57:41.1550000Z</dcterms:modified>
</coreProperties>
</file>