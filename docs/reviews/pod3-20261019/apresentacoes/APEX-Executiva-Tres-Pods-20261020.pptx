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f9274e6f274525" /><Relationship Type="http://schemas.openxmlformats.org/officeDocument/2006/relationships/extended-properties" Target="/docProps/app.xml" Id="Rfca6faf84afd430d" /><Relationship Type="http://schemas.openxmlformats.org/officeDocument/2006/relationships/officeDocument" Target="/ppt/presentation.xml" Id="R98d3b67d840a44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f39accdb904023"/>
  </p:sldMasterIdLst>
  <p:notesMasterIdLst>
    <p:notesMasterId xmlns:r="http://schemas.openxmlformats.org/officeDocument/2006/relationships" r:id="R32a8d62212024101"/>
  </p:notesMasterIdLst>
  <p:sldIdLst>
    <p:sldId xmlns:r="http://schemas.openxmlformats.org/officeDocument/2006/relationships" id="256" r:id="R60af9884994b4ab0"/>
    <p:sldId xmlns:r="http://schemas.openxmlformats.org/officeDocument/2006/relationships" id="257" r:id="R0905af1283834991"/>
    <p:sldId xmlns:r="http://schemas.openxmlformats.org/officeDocument/2006/relationships" id="258" r:id="R2f61564cd67d42e0"/>
    <p:sldId xmlns:r="http://schemas.openxmlformats.org/officeDocument/2006/relationships" id="259" r:id="R4e0baf80ecae4db4"/>
    <p:sldId xmlns:r="http://schemas.openxmlformats.org/officeDocument/2006/relationships" id="260" r:id="Rd45a142b5c234623"/>
    <p:sldId xmlns:r="http://schemas.openxmlformats.org/officeDocument/2006/relationships" id="261" r:id="R7bf06ae4902b4137"/>
    <p:sldId xmlns:r="http://schemas.openxmlformats.org/officeDocument/2006/relationships" id="262" r:id="R1f1b866e16344d66"/>
    <p:sldId xmlns:r="http://schemas.openxmlformats.org/officeDocument/2006/relationships" id="263" r:id="Rb72e11f49a8e4de0"/>
    <p:sldId xmlns:r="http://schemas.openxmlformats.org/officeDocument/2006/relationships" id="264" r:id="R16aa5bcc634642a8"/>
    <p:sldId xmlns:r="http://schemas.openxmlformats.org/officeDocument/2006/relationships" id="265" r:id="R9c6d146661a145d8"/>
    <p:sldId xmlns:r="http://schemas.openxmlformats.org/officeDocument/2006/relationships" id="266" r:id="Rbbb01c814d72457c"/>
    <p:sldId xmlns:r="http://schemas.openxmlformats.org/officeDocument/2006/relationships" id="267" r:id="R07e51d13c4ee49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50cf4b1042482b" /><Relationship Type="http://schemas.openxmlformats.org/officeDocument/2006/relationships/slideMaster" Target="/ppt/slideMasters/slideMaster1.xml" Id="R11f39accdb904023" /><Relationship Type="http://schemas.openxmlformats.org/officeDocument/2006/relationships/notesMaster" Target="/ppt/notesMasters/notesMaster1.xml" Id="R32a8d62212024101" /><Relationship Type="http://schemas.openxmlformats.org/officeDocument/2006/relationships/presProps" Target="/ppt/presProps.xml" Id="R8a1305ec694c4e05" /><Relationship Type="http://schemas.openxmlformats.org/officeDocument/2006/relationships/tableStyles" Target="/ppt/tableStyles.xml" Id="R995f9255874749ee" /><Relationship Type="http://schemas.openxmlformats.org/officeDocument/2006/relationships/slide" Target="/ppt/slides/slide1.xml" Id="R60af9884994b4ab0" /><Relationship Type="http://schemas.openxmlformats.org/officeDocument/2006/relationships/slide" Target="/ppt/slides/slide2.xml" Id="R0905af1283834991" /><Relationship Type="http://schemas.openxmlformats.org/officeDocument/2006/relationships/slide" Target="/ppt/slides/slide3.xml" Id="R2f61564cd67d42e0" /><Relationship Type="http://schemas.openxmlformats.org/officeDocument/2006/relationships/slide" Target="/ppt/slides/slide4.xml" Id="R4e0baf80ecae4db4" /><Relationship Type="http://schemas.openxmlformats.org/officeDocument/2006/relationships/slide" Target="/ppt/slides/slide5.xml" Id="Rd45a142b5c234623" /><Relationship Type="http://schemas.openxmlformats.org/officeDocument/2006/relationships/slide" Target="/ppt/slides/slide6.xml" Id="R7bf06ae4902b4137" /><Relationship Type="http://schemas.openxmlformats.org/officeDocument/2006/relationships/slide" Target="/ppt/slides/slide7.xml" Id="R1f1b866e16344d66" /><Relationship Type="http://schemas.openxmlformats.org/officeDocument/2006/relationships/slide" Target="/ppt/slides/slide8.xml" Id="Rb72e11f49a8e4de0" /><Relationship Type="http://schemas.openxmlformats.org/officeDocument/2006/relationships/slide" Target="/ppt/slides/slide9.xml" Id="R16aa5bcc634642a8" /><Relationship Type="http://schemas.openxmlformats.org/officeDocument/2006/relationships/slide" Target="/ppt/slides/slide10.xml" Id="R9c6d146661a145d8" /><Relationship Type="http://schemas.openxmlformats.org/officeDocument/2006/relationships/slide" Target="/ppt/slides/slide11.xml" Id="Rbbb01c814d72457c" /><Relationship Type="http://schemas.openxmlformats.org/officeDocument/2006/relationships/slide" Target="/ppt/slides/slide12.xml" Id="R07e51d13c4ee49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a1c5a8c53641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c22b0440814bf6" /><Relationship Type="http://schemas.openxmlformats.org/officeDocument/2006/relationships/notesMaster" Target="/ppt/notesMasters/notesMaster1.xml" Id="R9bd3408bc03644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088542e5e549f8" /><Relationship Type="http://schemas.openxmlformats.org/officeDocument/2006/relationships/notesMaster" Target="/ppt/notesMasters/notesMaster1.xml" Id="R653817f265964b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5a58a9db0e4825" /><Relationship Type="http://schemas.openxmlformats.org/officeDocument/2006/relationships/notesMaster" Target="/ppt/notesMasters/notesMaster1.xml" Id="R7982cdb5e02044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6649905ef0441e" /><Relationship Type="http://schemas.openxmlformats.org/officeDocument/2006/relationships/notesMaster" Target="/ppt/notesMasters/notesMaster1.xml" Id="R6b0490fc773248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5b1dbd2a6a41f7" /><Relationship Type="http://schemas.openxmlformats.org/officeDocument/2006/relationships/notesMaster" Target="/ppt/notesMasters/notesMaster1.xml" Id="Rf8ed18332fac4f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607dee2f2740c6" /><Relationship Type="http://schemas.openxmlformats.org/officeDocument/2006/relationships/notesMaster" Target="/ppt/notesMasters/notesMaster1.xml" Id="R62aa09ac491941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4084b74bde4cab" /><Relationship Type="http://schemas.openxmlformats.org/officeDocument/2006/relationships/notesMaster" Target="/ppt/notesMasters/notesMaster1.xml" Id="R6d357909162f44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920bd233dd4a95" /><Relationship Type="http://schemas.openxmlformats.org/officeDocument/2006/relationships/notesMaster" Target="/ppt/notesMasters/notesMaster1.xml" Id="R4b4460fbbb3145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c5df308bfa451a" /><Relationship Type="http://schemas.openxmlformats.org/officeDocument/2006/relationships/notesMaster" Target="/ppt/notesMasters/notesMaster1.xml" Id="R08a0e092fd3345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5abd164abd4c4f" /><Relationship Type="http://schemas.openxmlformats.org/officeDocument/2006/relationships/notesMaster" Target="/ppt/notesMasters/notesMaster1.xml" Id="Rd7bed898a02048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380da864ae4cab" /><Relationship Type="http://schemas.openxmlformats.org/officeDocument/2006/relationships/notesMaster" Target="/ppt/notesMasters/notesMaster1.xml" Id="R5debd94c35d24b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18c29518a541e3" /><Relationship Type="http://schemas.openxmlformats.org/officeDocument/2006/relationships/notesMaster" Target="/ppt/notesMasters/notesMaster1.xml" Id="Ra40f632306ab40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é minha leitura para contribuir com o planejamento do time. Autoria da base compartilhada e limites das provas permanecem explícitos. O corte documental foi reconferido em 20/10/2026, com main c3c3ea3. Não representa liberação de release nem decisão oficial do pod.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https://github.com/luanmorenommaciel/apex/issues/181</a:t>
            </a:r>
          </a:p>
          <a:p xmlns:a="http://schemas.openxmlformats.org/drawingml/2006/main">
            <a:r>
              <a:t>https://github.com/luanmorenommaciel/apex/blob/faf8b5723abd7cd0905137e574d515216f74d287/docs/reviews/pr-revalidation-20261019/README.md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visão não substitui as entregas de Agmar, Sidymar, Luan e demais colaboradores. Separar contribuição própria, colaboração em outra PR, implementação em branch e proposta. Não usar contagens de fichas ou testes como medida de produtividade.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https://github.com/luanmorenommaciel/apex/issues/181</a:t>
            </a:r>
          </a:p>
          <a:p xmlns:a="http://schemas.openxmlformats.org/drawingml/2006/main">
            <a:r>
              <a:t>https://github.com/luanmorenommaciel/apex/issues/188</a:t>
            </a:r>
          </a:p>
          <a:p xmlns:a="http://schemas.openxmlformats.org/drawingml/2006/main">
            <a:r>
              <a:t>https://github.com/luanmorenommaciel/apex/issues/190</a:t>
            </a:r>
          </a:p>
          <a:p xmlns:a="http://schemas.openxmlformats.org/drawingml/2006/main">
            <a:r>
              <a:t>https://github.com/luanmorenommaciel/apex/blob/faf8b5723abd7cd0905137e574d515216f74d287/docs/reviews/pr-revalidation-20261019/README.md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Detalhes de autoria, SHAs e provas nos históricos por pod. fab6620 é colaboração na #129 de Sidymar, não uma PR própria. A evolução #121 é de Luan. A Console original permanece atribuída ao Agmar.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https://github.com/luanmorenommaciel/apex/blob/a296f1b3d93ba8ccba48d142be54f6b365c9746c/docs/reviews/pod1-handoff-20261019/ENTREGAS-E-AUTORIA.md</a:t>
            </a:r>
          </a:p>
          <a:p xmlns:a="http://schemas.openxmlformats.org/drawingml/2006/main">
            <a:r>
              <a:t>https://github.com/luanmorenommaciel/apex/blob/db2703c36e407883b610bdf0ed7fdef1dd689835/docs/reviews/pod2-handoff-20261019/ENTREGAS-E-AUTORIA.md</a:t>
            </a:r>
          </a:p>
          <a:p xmlns:a="http://schemas.openxmlformats.org/drawingml/2006/main">
            <a:r>
              <a:t>https://github.com/luanmorenommaciel/apex/blob/15ab9dc2b587cb187a0413843761db3ec256da4e/docs/reviews/pod3-20261019/README.md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provas locais de Agmar devem ser reconhecidas. O E2E histórico usa jsdom/API e a imagem de produção tem prova em fixtures. O relato adicional nginx pede reconciliação do recibo, sem negar o trabalho nem repetir prova suficiente.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https://github.com/luanmorenommaciel/apex/issues/188</a:t>
            </a:r>
          </a:p>
          <a:p xmlns:a="http://schemas.openxmlformats.org/drawingml/2006/main">
            <a:r>
              <a:t>https://github.com/luanmorenommaciel/apex/pull/187</a:t>
            </a:r>
          </a:p>
          <a:p xmlns:a="http://schemas.openxmlformats.org/drawingml/2006/main">
            <a:r>
              <a:t>https://github.com/luanmorenommaciel/apex/pull/182</a:t>
            </a:r>
          </a:p>
          <a:p xmlns:a="http://schemas.openxmlformats.org/drawingml/2006/main">
            <a:r>
              <a:t>https://github.com/luanmorenommaciel/apex/issues/172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melhorias de runner não demonstram overhead aprovado ou encerramento automático do tail-outlier. As issues #115/#123/#113 têm critérios distintos. Interfaces com Package/Harness/Infra não redefinem os três pods.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https://github.com/luanmorenommaciel/apex/issues/190</a:t>
            </a:r>
          </a:p>
          <a:p xmlns:a="http://schemas.openxmlformats.org/drawingml/2006/main">
            <a:r>
              <a:t>https://github.com/luanmorenommaciel/apex/pull/189</a:t>
            </a:r>
          </a:p>
          <a:p xmlns:a="http://schemas.openxmlformats.org/drawingml/2006/main">
            <a:r>
              <a:t>https://github.com/luanmorenommaciel/apex/pull/155</a:t>
            </a:r>
          </a:p>
          <a:p xmlns:a="http://schemas.openxmlformats.org/drawingml/2006/main">
            <a:r>
              <a:t>https://github.com/luanmorenommaciel/apex/pull/185</a:t>
            </a:r>
          </a:p>
          <a:p xmlns:a="http://schemas.openxmlformats.org/drawingml/2006/main">
            <a:r>
              <a:t>https://github.com/luanmorenommaciel/apex/issues/115</a:t>
            </a:r>
          </a:p>
          <a:p xmlns:a="http://schemas.openxmlformats.org/drawingml/2006/main">
            <a:r>
              <a:t>https://github.com/luanmorenommaciel/apex/issues/123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#157 é teste de payload sem normalizar campos. #163 depende dos helpers da #157. Oito tools atuais são analyze_run, compare_runs, explain_stage, list_runs, recall_similar_runs, search_kb, suggest_fix e verify_fix. #164 já cobre parte do alinhamento documental e deve ser reaproveitada.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https://github.com/luanmorenommaciel/apex/issues/181</a:t>
            </a:r>
          </a:p>
          <a:p xmlns:a="http://schemas.openxmlformats.org/drawingml/2006/main">
            <a:r>
              <a:t>https://github.com/luanmorenommaciel/apex/pull/183</a:t>
            </a:r>
          </a:p>
          <a:p xmlns:a="http://schemas.openxmlformats.org/drawingml/2006/main">
            <a:r>
              <a:t>https://github.com/luanmorenommaciel/apex/pull/157</a:t>
            </a:r>
          </a:p>
          <a:p xmlns:a="http://schemas.openxmlformats.org/drawingml/2006/main">
            <a:r>
              <a:t>https://github.com/luanmorenommaciel/apex/pull/163</a:t>
            </a:r>
          </a:p>
          <a:p xmlns:a="http://schemas.openxmlformats.org/drawingml/2006/main">
            <a:r>
              <a:t>https://github.com/luanmorenommaciel/apex/pull/164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integração não começa do zero. Ao mesmo tempo, API disponível não demonstra Ask completo, resolvedor offline não demonstra consumidor público e um runner melhorado não demonstra benchmark aceito. A sequência depende do caso priorizado pelo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https://github.com/luanmorenommaciel/apex/pull/129</a:t>
            </a:r>
          </a:p>
          <a:p xmlns:a="http://schemas.openxmlformats.org/drawingml/2006/main">
            <a:r>
              <a:t>https://github.com/luanmorenommaciel/apex/pull/153</a:t>
            </a:r>
          </a:p>
          <a:p xmlns:a="http://schemas.openxmlformats.org/drawingml/2006/main">
            <a:r>
              <a:t>https://github.com/luanmorenommaciel/apex/pull/182</a:t>
            </a:r>
          </a:p>
          <a:p xmlns:a="http://schemas.openxmlformats.org/drawingml/2006/main">
            <a:r>
              <a:t>https://github.com/luanmorenommaciel/apex/pull/126</a:t>
            </a:r>
          </a:p>
          <a:p xmlns:a="http://schemas.openxmlformats.org/drawingml/2006/main">
            <a:r>
              <a:t>https://github.com/luanmorenommaciel/apex/pull/185</a:t>
            </a:r>
          </a:p>
          <a:p xmlns:a="http://schemas.openxmlformats.org/drawingml/2006/main">
            <a:r>
              <a:t>https://github.com/luanmorenommaciel/apex/issues/167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Lista selecionada para a pauta, não inventário completo dos 15 abertos. #161/#162 também constam do estudo. O relatório de 93 PRs mantém fonte e alcance por item. Não houve merge nesta rodada.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https://github.com/luanmorenommaciel/apex/blob/faf8b5723abd7cd0905137e574d515216f74d287/docs/reviews/pr-revalidation-20261019/README.md</a:t>
            </a:r>
          </a:p>
          <a:p xmlns:a="http://schemas.openxmlformats.org/drawingml/2006/main">
            <a:r>
              <a:t>https://github.com/luanmorenommaciel/apex/pull/157</a:t>
            </a:r>
          </a:p>
          <a:p xmlns:a="http://schemas.openxmlformats.org/drawingml/2006/main">
            <a:r>
              <a:t>https://github.com/luanmorenommaciel/apex/pull/155</a:t>
            </a:r>
          </a:p>
          <a:p xmlns:a="http://schemas.openxmlformats.org/drawingml/2006/main">
            <a:r>
              <a:t>https://github.com/luanmorenommaciel/apex/pull/182</a:t>
            </a:r>
          </a:p>
          <a:p xmlns:a="http://schemas.openxmlformats.org/drawingml/2006/main">
            <a:r>
              <a:t>https://github.com/luanmorenommaciel/apex/pull/185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existe prazo executivo inventado nem atribuição automática de pessoas. Adiar um estudo com motivo é um resultado válido. Alinhamento decide escopo e responsabilidade; execução posterior implementa e prova a fatia escolhida.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https://github.com/luanmorenommaciel/apex/blob/a296f1b3d93ba8ccba48d142be54f6b365c9746c/docs/reviews/pod1-handoff-20261019/DECISOES-E-PLANO.md</a:t>
            </a:r>
          </a:p>
          <a:p xmlns:a="http://schemas.openxmlformats.org/drawingml/2006/main">
            <a:r>
              <a:t>https://github.com/luanmorenommaciel/apex/blob/db2703c36e407883b610bdf0ed7fdef1dd689835/docs/reviews/pod2-handoff-20261019/DECISOES-E-PLANO.md</a:t>
            </a:r>
          </a:p>
          <a:p xmlns:a="http://schemas.openxmlformats.org/drawingml/2006/main">
            <a:r>
              <a:t>https://github.com/luanmorenommaciel/apex/blob/15ab9dc2b587cb187a0413843761db3ec256da4e/docs/reviews/pod3-20261019/ATA-POD3-MODELO.md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23 tarefas derivam da #79: duas done/accepted e 21 ready declaradas, com implementação e aceite analisados separadamente. #164 cobre parte do README. Minutas não equivalem a prioridades aprovadas. A política de governança permanece proposta.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https://github.com/luanmorenommaciel/apex/blob/15ab9dc2b587cb187a0413843761db3ec256da4e/docs/reviews/pod3-20261019/MATRIZ-L1-23.md</a:t>
            </a:r>
          </a:p>
          <a:p xmlns:a="http://schemas.openxmlformats.org/drawingml/2006/main">
            <a:r>
              <a:t>https://github.com/luanmorenommaciel/apex/blob/15ab9dc2b587cb187a0413843761db3ec256da4e/docs/reviews/pod3-20261019/DESTINOS-MINUTAS.md</a:t>
            </a:r>
          </a:p>
          <a:p xmlns:a="http://schemas.openxmlformats.org/drawingml/2006/main">
            <a:r>
              <a:t>https://github.com/luanmorenommaciel/apex/blob/a296f1b3d93ba8ccba48d142be54f6b365c9746c/docs/reviews/pod1-handoff-20261019/IDEIAS-E-BACKLOG.md</a:t>
            </a:r>
          </a:p>
          <a:p xmlns:a="http://schemas.openxmlformats.org/drawingml/2006/main">
            <a:r>
              <a:t>https://github.com/luanmorenommaciel/apex/blob/db2703c36e407883b610bdf0ed7fdef1dd689835/docs/reviews/pod2-handoff-20261019/IDEIAS-E-BACKLOG.md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Nos históricos a revisão é documental, não code review integral de todos os patches. Não houve nova execução de CI/runtime. As fontes primárias prevalecem sobre resumos e pareceres de modelos. Nenhuma garantia de ausência absoluta de omissões é alegada.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https://github.com/luanmorenommaciel/apex/blob/faf8b5723abd7cd0905137e574d515216f74d287/docs/reviews/pr-revalidation-20261019/README.md</a:t>
            </a:r>
          </a:p>
          <a:p xmlns:a="http://schemas.openxmlformats.org/drawingml/2006/main">
            <a:r>
              <a:t>https://github.com/luanmorenommaciel/apex/pull/186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Todos os índices representam minha visão para discussão, aberta a correções e complementos. Não são fonte exclusiva nem decisão oficial dos pods. As apresentações de cada pod aprofundam exemplos e próximas 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https://github.com/luanmorenommaciel/apex/issues/188</a:t>
            </a:r>
          </a:p>
          <a:p xmlns:a="http://schemas.openxmlformats.org/drawingml/2006/main">
            <a:r>
              <a:t>https://github.com/luanmorenommaciel/apex/issues/190</a:t>
            </a:r>
          </a:p>
          <a:p xmlns:a="http://schemas.openxmlformats.org/drawingml/2006/main">
            <a:r>
              <a:t>https://github.com/luanmorenommaciel/apex/issues/181</a:t>
            </a:r>
          </a:p>
          <a:p xmlns:a="http://schemas.openxmlformats.org/drawingml/2006/main">
            <a:r>
              <a:t>https://github.com/luanmorenommaciel/apex/pull/186</a:t>
            </a:r>
          </a:p>
          <a:p xmlns:a="http://schemas.openxmlformats.org/drawingml/2006/main">
            <a:r>
              <a:t>https://github.com/luanmorenommaciel/apex/blob/faf8b5723abd7cd0905137e574d515216f74d287/docs/reviews/pr-revalidation-20261019/README.md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3907ac03347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9ce65ba3e54d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4be9f41ac43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bdce33ee0143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080949ac4541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08b1289a84b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20B25C-88D9-4D98-9AEA-DAD094DBF1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E51799A-9A21-4A34-9642-23CFA53D41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BB7BA5A-DA03-4E98-AD42-05A5FEC83C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5D653F-7CBE-4CEC-A846-48ADCF56F8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9E89B8-3DB0-4A24-96A1-7DEAD50442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C31A96-0153-48D0-8CFF-4D0B23F2BC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87D7D4-D3EF-4062-95D3-A648F2EF42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A7AFFA1-45A4-4B42-9FB0-126FBB05BA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1B0457-794B-408E-A6C2-1C7F9531A1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73FE7C-8A6B-4F40-973D-19EF5D3685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66ef2331f946ce" /><Relationship Type="http://schemas.openxmlformats.org/officeDocument/2006/relationships/slideLayout" Target="/ppt/slideLayouts/slideLayout1.xml" Id="R5fa4a8b3aabe4cbd" /><Relationship Type="http://schemas.openxmlformats.org/officeDocument/2006/relationships/slideLayout" Target="/ppt/slideLayouts/slideLayout2.xml" Id="R5261b33856814d4e" /><Relationship Type="http://schemas.openxmlformats.org/officeDocument/2006/relationships/slideLayout" Target="/ppt/slideLayouts/slideLayout3.xml" Id="R7166cd39743a4fca" /><Relationship Type="http://schemas.openxmlformats.org/officeDocument/2006/relationships/slideLayout" Target="/ppt/slideLayouts/slideLayout4.xml" Id="Rc127986e770a47e0" /><Relationship Type="http://schemas.openxmlformats.org/officeDocument/2006/relationships/slideLayout" Target="/ppt/slideLayouts/slideLayout5.xml" Id="Rc637e39f86e74768" /><Relationship Type="http://schemas.openxmlformats.org/officeDocument/2006/relationships/slideLayout" Target="/ppt/slideLayouts/slideLayout6.xml" Id="R30cbdd52b76841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a4a8b3aabe4cbd"/>
    <p:sldLayoutId xmlns:r="http://schemas.openxmlformats.org/officeDocument/2006/relationships" id="2147483650" r:id="R5261b33856814d4e"/>
    <p:sldLayoutId xmlns:r="http://schemas.openxmlformats.org/officeDocument/2006/relationships" id="2147483651" r:id="R7166cd39743a4fca"/>
    <p:sldLayoutId xmlns:r="http://schemas.openxmlformats.org/officeDocument/2006/relationships" id="2147483652" r:id="Rc127986e770a47e0"/>
    <p:sldLayoutId xmlns:r="http://schemas.openxmlformats.org/officeDocument/2006/relationships" id="2147483653" r:id="Rc637e39f86e74768"/>
    <p:sldLayoutId xmlns:r="http://schemas.openxmlformats.org/officeDocument/2006/relationships" id="2147483654" r:id="R30cbdd52b76841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13e9004b3645dc" /><Relationship Type="http://schemas.openxmlformats.org/officeDocument/2006/relationships/hyperlink" Target="https://github.com/luanmorenommaciel/apex/issues/181" TargetMode="External" Id="R03d0898f41174b54" /><Relationship Type="http://schemas.openxmlformats.org/officeDocument/2006/relationships/notesSlide" Target="/ppt/notesSlides/notesSlide1.xml" Id="R2be28be548ed46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eceaefbeb3499a" /><Relationship Type="http://schemas.openxmlformats.org/officeDocument/2006/relationships/hyperlink" Target="https://github.com/luanmorenommaciel/apex/issues/181" TargetMode="External" Id="R01a33969e007484b" /><Relationship Type="http://schemas.openxmlformats.org/officeDocument/2006/relationships/notesSlide" Target="/ppt/notesSlides/notesSlide2.xml" Id="R7cbde699b76e42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46eb7f059347b2" /><Relationship Type="http://schemas.openxmlformats.org/officeDocument/2006/relationships/hyperlink" Target="https://github.com/luanmorenommaciel/apex/issues/181" TargetMode="External" Id="R407627238562486a" /><Relationship Type="http://schemas.openxmlformats.org/officeDocument/2006/relationships/notesSlide" Target="/ppt/notesSlides/notesSlide3.xml" Id="Rf75a807ae39144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39f9b0df38445b" /><Relationship Type="http://schemas.openxmlformats.org/officeDocument/2006/relationships/hyperlink" Target="https://github.com/luanmorenommaciel/apex/issues/181" TargetMode="External" Id="R31f3a7a47ec24c21" /><Relationship Type="http://schemas.openxmlformats.org/officeDocument/2006/relationships/notesSlide" Target="/ppt/notesSlides/notesSlide4.xml" Id="Rbee5466875ca42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bdb492549a42e9" /><Relationship Type="http://schemas.openxmlformats.org/officeDocument/2006/relationships/hyperlink" Target="https://github.com/luanmorenommaciel/apex/issues/181" TargetMode="External" Id="R6f647f6ac39149cd" /><Relationship Type="http://schemas.openxmlformats.org/officeDocument/2006/relationships/notesSlide" Target="/ppt/notesSlides/notesSlide5.xml" Id="R581cdc91c26a40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2647cfa3514a0d" /><Relationship Type="http://schemas.openxmlformats.org/officeDocument/2006/relationships/hyperlink" Target="https://github.com/luanmorenommaciel/apex/issues/181" TargetMode="External" Id="Ra778e54fc1664d26" /><Relationship Type="http://schemas.openxmlformats.org/officeDocument/2006/relationships/notesSlide" Target="/ppt/notesSlides/notesSlide6.xml" Id="R33018178e70141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839e1436894008" /><Relationship Type="http://schemas.openxmlformats.org/officeDocument/2006/relationships/hyperlink" Target="https://github.com/luanmorenommaciel/apex/issues/181" TargetMode="External" Id="R4ae7fdda28814f9c" /><Relationship Type="http://schemas.openxmlformats.org/officeDocument/2006/relationships/notesSlide" Target="/ppt/notesSlides/notesSlide7.xml" Id="Rb817787639434b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a1986eb2cb41e9" /><Relationship Type="http://schemas.openxmlformats.org/officeDocument/2006/relationships/hyperlink" Target="https://github.com/luanmorenommaciel/apex/issues/181" TargetMode="External" Id="Rd9914a4f98314df7" /><Relationship Type="http://schemas.openxmlformats.org/officeDocument/2006/relationships/notesSlide" Target="/ppt/notesSlides/notesSlide8.xml" Id="R7fa3279044034b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6877521a83463d" /><Relationship Type="http://schemas.openxmlformats.org/officeDocument/2006/relationships/hyperlink" Target="https://github.com/luanmorenommaciel/apex/issues/181" TargetMode="External" Id="Rf8fe5ba455324582" /><Relationship Type="http://schemas.openxmlformats.org/officeDocument/2006/relationships/notesSlide" Target="/ppt/notesSlides/notesSlide9.xml" Id="R23a5cf4e7f5941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817ef49bee43e3" /><Relationship Type="http://schemas.openxmlformats.org/officeDocument/2006/relationships/hyperlink" Target="https://github.com/luanmorenommaciel/apex/issues/181" TargetMode="External" Id="R2a2a44c597f24d19" /><Relationship Type="http://schemas.openxmlformats.org/officeDocument/2006/relationships/notesSlide" Target="/ppt/notesSlides/notesSlide10.xml" Id="R7a4b8cf9b2ab43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9382a9e49f4b7e" /><Relationship Type="http://schemas.openxmlformats.org/officeDocument/2006/relationships/hyperlink" Target="https://github.com/luanmorenommaciel/apex/issues/181" TargetMode="External" Id="Rd2bb681151574489" /><Relationship Type="http://schemas.openxmlformats.org/officeDocument/2006/relationships/notesSlide" Target="/ppt/notesSlides/notesSlide11.xml" Id="R782ab49443ff4c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dc226662244ec6" /><Relationship Type="http://schemas.openxmlformats.org/officeDocument/2006/relationships/hyperlink" Target="https://github.com/luanmorenommaciel/apex/issues/181" TargetMode="External" Id="Rf7ce0e8b2c4542e4" /><Relationship Type="http://schemas.openxmlformats.org/officeDocument/2006/relationships/notesSlide" Target="/ppt/notesSlides/notesSlide12.xml" Id="R42517f46e7b840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C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50D3A-A1BC-4816-82BE-FDAD4E38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5C7CB"/>
                </a:solidFill>
                <a:latin typeface="Arial"/>
                <a:ea typeface="Arial"/>
                <a:cs typeface="Arial"/>
              </a:rPr>
              <a:t>APEX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890A6-F5AA-4702-AFB6-9C71261B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APEX / visão executiva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5B02C-A7A6-46C8-9EB3-A27C7B72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Contribuições de Augusto e próximos passos dos três pods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35D3B-9858-4AB7-B554-EDEC7BAC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D9DD"/>
                </a:solidFill>
                <a:latin typeface="Arial"/>
                <a:ea typeface="Arial"/>
                <a:cs typeface="Arial"/>
              </a:rPr>
              <a:t>Augusto Cezar</a:t>
            </a:r>
          </a:p>
          <a:p xmlns:a="http://schemas.openxmlformats.org/drawingml/2006/main">
            <a: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D9DD"/>
                </a:solidFill>
                <a:latin typeface="Arial"/>
                <a:ea typeface="Arial"/>
                <a:cs typeface="Arial"/>
              </a:rPr>
              <a:t>Visão para discussão do time em 20/10/2026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A820D-CE04-4B27-B50A-A3323B3F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8DDDE0"/>
                </a:solidFill>
                <a:latin typeface="Arial"/>
                <a:ea typeface="Arial"/>
                <a:cs typeface="Arial"/>
                <a:hlinkClick xmlns:r="http://schemas.openxmlformats.org/officeDocument/2006/relationships" r:id="R03d0898f41174b54"/>
              </a:rPr>
              <a:t>Contribuições, evidências e 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20122350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7B6B5-8148-441B-BFCC-6B2395AA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O que entrego para o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B1F45-3187-4E76-8559-B3351EE5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Implementações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11DF6-7CE7-42A9-94A4-AD628B43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Contribuições integradas em Front, Engine e Serve, com autoria e histórico discriminados.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2626E-09C3-4BC8-9581-0FED9A4C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PRs para revisão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004A3-4F8F-4F78-A069-D23CD931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Mudanças abertas com escopo, evidências e relação com o trabalho dos colegas.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97CDF-B671-4F31-9189-F9EB3F4F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Visão de continuidade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79AC0-2485-4F06-B747-6CDE41B4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Oportunidades e decisões com destinos existentes, evitando duplicar tarefas.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1C55F-2E3D-4F83-B85C-64F7DB7D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Material para discussão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A6110-9031-4E1C-B416-A96C2177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Índices por pod, apresentações e estudo amplo com fontes e limites por item.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EE4AD-4E4F-4EE5-9B93-38D1D928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Esta é minha contribuição ao planejamento. Prioridades e decisões pertencem ao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C43CD-680A-4E1C-A761-7DFF7A1D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01a33969e007484b"/>
              </a:rPr>
              <a:t>APEX #181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1285A-2651-44AE-978A-1503F403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13204382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4E135-ACDA-4775-BF51-ABA53427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Contribuições por pod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71B06-9FF9-43D7-906D-5464C79A0331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4762500"/>
                <a:gridCol w="4248150"/>
              </a:tblGrid>
              <a:tr h="5524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Pod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Minha contribuição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 compartilhada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</a:tr>
              <a:tr h="10223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1 / Front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Verify, acessibilidade, contratos, CI e tratamento de erros.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Console e paridade: Agmar. API principal: Sidymar.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223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2 / Engine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Diagnóstico, retry-safe, atribuição, tail-outlier e guardas SQL/schema.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Interfaces com Package, Harness, Verify e Infra explicitadas.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10223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3 / Serve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Base MCP, robustez, projeções, documentação e integração fab6620.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Evolução Serve: Sidymar e Luan. #182/#185: Agmar.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9CCDA-CD85-4D77-9595-408044D8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Contribuições atravessam pods. Não somar os mesmos commits ou PRs como entregas independentes.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CC338-E946-4BDF-96D8-6E95FB29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407627238562486a"/>
              </a:rPr>
              <a:t>APEX #181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0CB14-F370-4EC6-A02B-C2910857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2221863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92C36-E1B7-4A99-B5B6-F5E79CCE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Pod 1: leitura fiel e operação da Console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DC391-F536-421F-8541-A1E061A2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Entregue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BC575-D408-460A-AF24-0BBE60A4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Estados e seleção do Verify, proposta original, veredictos, acessibilidade e CI.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66C86-82B0-4B47-BBF9-D8771CFB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Mudança em revisão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47C9C-4464-4411-84C3-F16AC2D2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#182 do Agmar já implementa Console somente API e reforços de operação.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83702-C204-42BC-B45D-2C6B6DAB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Oportunidade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56CD7-0249-4AA7-937D-6518CBFA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Combinar #182 com as regressões #158/#159 e escolher o perfil da #171.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03DC8-FCD2-48FB-976C-9701F3A4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Próxima prova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C1495-7425-4E4E-8EE4-6D878105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Reconciliar #153/#182 e o relato nginx aos critérios #172 antes de complementar.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06C05-B426-442B-91E1-446EE552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Entrada para o time: issue #188 e pacote #187.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AB15D-BCCC-4385-BC54-8FBBA073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31f3a7a47ec24c21"/>
              </a:rPr>
              <a:t>APEX #181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DEE09-D52D-48A2-B530-4F86F7A9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16284286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888A5F-4195-49F6-A92B-3635CC94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Pod 2: diagnóstico e contratos verificáveis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426D3-A79C-41AB-8CD0-651FC868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Entregue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76EAF-3E93-4517-BE8E-6AB8F1F1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Diagnóstico determinístico, telemetria retry-safe, resolvedor offline e controles SQL/schema.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66B86-841E-499D-90BA-24D46CFC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Mudança em revisão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E764E-DCBE-4CFA-AC51-D35AE388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#155 amplia a guarda de consistência. #185 do Agmar melhora interfaces operacionais.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2CBC9-6B82-459E-9A44-2654452D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Oportunidade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A1D17-CF4E-4DE5-9A9A-29AE1689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Escolher o consumidor de atribuição e a garantia de tail-outlier com critério próprio.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5E2FF-7AAB-4A47-9ED9-80CD8BDC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Próxima revisão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C5106-F60A-4F8C-AA4E-2AF5C735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Conferir guarda, argumentos dos runners e controle discriminante do dispatcher.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02A5B-C921-4124-8EA1-0CF2CE54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Entrada para o time: issue #190 e pacote #189.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F71CE-8FF1-4AD9-B02E-2087D60B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6f647f6ac39149cd"/>
              </a:rPr>
              <a:t>APEX #181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71F98-BD21-440C-9A3D-B1FB5FBE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14125110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CA730-5633-4FB4-9D93-9A1DAD94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Pod 3: serviços compartilhados e integração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39E4F-9397-484D-A734-248601E3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Entregue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E7EE7-FF2E-4B39-8B15-28E72B8F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Base MCP, API HTTP compartilhada, robustez, projeções e ajustes Front/Serve.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84436-FD42-4972-A0D9-13694D70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Mudanças em revisão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5AFF7-FD84-4BD2-AD88-1CD42000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#157/#158/#159/#163/#164 e relação com #182 do Agmar.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0739F-5DB3-4570-BD2C-1B686553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Oportunidade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CE7C4-0739-4292-B802-BAC5F41D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Primeira fatia do Ask, política de token, distribuição e adoção dos clientes.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FAAEA-F9CC-4699-8973-A1127A21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Próxima revisão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EF01B-0506-4BFD-91B7-5D3CFF4A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Combinar #157/#163 e preservar controles úteis na integração #158/#159/#182.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6CDC3-861B-41CC-92BE-6DA06FF8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Entrada para o time: issue #181 e pacote #183.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A9377-5779-4CD6-A206-07306558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a778e54fc1664d26"/>
              </a:rPr>
              <a:t>APEX #181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9C57B-6C98-400E-B64F-5D833090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1958827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DCE04-CE79-4996-8D8E-2F5546BD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Integração entre os três pods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A9B8D-5554-4C65-86E8-1C13F6FC3122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4381500"/>
                <a:gridCol w="4057650"/>
              </a:tblGrid>
              <a:tr h="5524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Interface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 que já existe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 ou revisão residual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</a:tr>
              <a:tr h="10223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Front / Serve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API #129 e paridade #153. #182 implementa direção API-only na branch.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Ordem de integração, token #171 e eventual residual #172.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223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Engine / consumidores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Resolvedor #126 e contratos de diagnóstico disponíveis.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Consumidor #115, contrato Verify #117 e tipos na #166.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10223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Operação / Engine / Serve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Pacote operacional integrado e melhorias da branch #185.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Mapa #167 e critérios próprios #174/#175/#178.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E55FF-92E1-4B6B-B44B-4A6A0547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Há integração concreta. O fluxo completo de cada caso precisa do seu contrato e da sua evidência.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CEDCF-FCCE-4C9F-9F6B-F3CC587C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4ae7fdda28814f9c"/>
              </a:rPr>
              <a:t>APEX #181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AE6D8-2CC0-4D1D-9E05-8F65E01B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13021629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48D45-DE99-45EB-A558-6418A1EB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PRs abertas que pedem coordenação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8B743-0822-4FCD-B6E5-423EEB773B75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3381375"/>
                <a:gridCol w="5057775"/>
              </a:tblGrid>
              <a:tr h="5524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Frente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Objetos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Próximo encaminhamento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</a:tr>
              <a:tr h="67056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Paridade MCP/HTTP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#157 / #163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Revisar a pilha e validar a árvore de integração.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Console e Serve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#158 / #159 / #182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Adaptar controles e preservar regressões na árvore escolhida.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67056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Consistência Engine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#155 / #154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Revisar a guarda e identificar residual de evidência.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Operação compartilhada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#185 / #167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Aproveitar implementação existente e mapear diferenças de interface.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67056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Documentação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#164 / #183 / #184 / #186 / #187 / #189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Revisar conteúdo e sintaxe com critérios documentais próprios.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86810-A232-428F-875A-1D2361BA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Checks, reviews e relatos pertencem aos heads e cortes registrados. Revisores e datas a combinar.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770B3-2B42-4412-98A2-24303154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d9914a4f98314df7"/>
              </a:rPr>
              <a:t>APEX #181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42EC0-A465-438D-9063-F8A9C885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6137075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28477-6238-46AD-8DB9-14B997EB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Sequência recomendada de discussão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259F0-2E11-454B-97D6-6D8B1762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Escolha do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083C5-B2B5-4C13-943C-0014ED00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Selecionar uma primeira revisão por pod e o responsável que confirmar a tarefa.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60D20-D6FD-428F-A3B6-990BDD27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Integração delimitada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E3C7B-C1A1-4CC2-AEDF-8E32D891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Combinar bases e preservar controles nas superfícies compartilhadas.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24993-E9F5-4D0A-95BA-849AE7A8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Prova proporcional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50A3B-7D1B-456D-8DA5-66AFEAFB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Reaproveitar recibos existentes e definir somente o complemento necessário.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1140E-F53A-41AE-9E94-AE9B176E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Fechamento rastreável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1AE5C-B7D8-44F8-A859-C4926CB1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Registrar decisão, critério, responsável e retorno nos trackers pertinentes.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ABD74-E4B0-44C0-A7BC-DFAE2B6A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Revisões pequenas e critérios explícitos reduzem retrabalho entre pods.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BF8CF-30AA-45F9-9E71-26E59037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f8fe5ba455324582"/>
              </a:rPr>
              <a:t>APEX #181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6B4B1-F95C-4B53-AAC4-34D7E2C3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20748836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8F0D0A-BFEE-4D1C-A426-5FCA274B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Oportunidades com destino documentado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9703B-4AFC-4CA5-898E-4629ABD4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Produto e consumo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1434E-8D8C-4C21-8D56-9FEF67E7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Ask #122, atribuição #115, Verify #117 e tipos desconhecidos #166.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F50CA-829A-4CF2-8B30-A07E4A56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Prova e operação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F7886-BFB2-4F6A-81BF-455486C7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Navegador #172, overhead #113, preservação #174 e ownership #175.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61269-48CB-47C8-9A79-38FCA62F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Serve e adoção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D7D88-53AA-4AB3-9582-DE58D384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23 tarefas L1 reconciliadas, distribuição, clientes MCP e estudo de grafo #106/#107.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605B4-0734-444B-9681-AC2D3E7C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Governança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9DDA0-6F1C-4D0F-9706-5A172EDD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Status, implementação e aceite das specs, decisões do ADR-004 e três YAML na #184.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5BA46-8CCA-4ED7-82EB-4C4AE189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Cada oportunidade conserva seu registro e critério. A lista não autoriza execução em lote.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90271-B135-4349-A87D-054ACD3D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2a2a44c597f24d19"/>
              </a:rPr>
              <a:t>APEX #181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92AB9-F4B4-497E-8184-5303F8CC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9570953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7E505-F441-4767-9861-B5BD80EE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Rastreabilidade e limites da entrega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EE1B7-6F63-4255-97E0-5C125ABB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525 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9A447-3633-4404-A63B-9CA91709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Inventário documental preservado. Não representa 525 entregas ou aceites funcionais.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04D9D-C6DB-4EE7-91AC-2D2FAA6C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93 PRs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0DBAE-2367-495A-BEDA-295E3D50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Revalidação com 15 abertos e 78 encerrados, com alcance discriminado por item.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087B8-E89E-4690-9E94-A4FD979C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Correções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3F2CD-73B8-4A86-A8DE-3E27BA63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17 fichas corrigidas ou complementadas, incluindo autoria e reconhecimento de provas existentes.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FC372-168C-452B-A690-308C58BF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Estado do produto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89C52-2031-4E85-AD00-736DB63E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Main c3c3ea3 preservada. Revisão, integração e liberação continuam com o 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AA111-2436-427E-8901-CD8C8DAC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A documentação foi atualizada em 20/10/2026. As provas históricas conservam seus próprios cortes.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78054-B638-493E-9334-E2E19CC3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d2bb681151574489"/>
              </a:rPr>
              <a:t>APEX #181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2398D-CB54-4853-A294-F4C32AFF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6320168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CA83E-8CCC-4BCC-B03F-515BF4F8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Material para a conversa do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F9091-C444-4F24-9468-7C41FC1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Pod 1 / #188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566BB-5936-4253-9872-79BFADAC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Contribuições do Front, direção API-only e decisões com Serve.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3DD7E-8831-4A9C-A822-FECC7611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Pod 2 / #190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138BA-C355-478D-8EE8-2A2F2847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Engine, interfaces operacionais e critérios de prova.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96200-6269-4C1F-A7F1-3079B82C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Pod 3 / #181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72CEA-4CB0-4560-80FD-33247480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Serve, MCP/HTTP, backlog e oportunidades de adoção.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2231F-521E-4716-8893-8A4D6502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Estudo / #186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1E8AA-FEC1-426B-9EE8-34759275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Detalhamento dos 525 IDs, correções e relatório por PR.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16407-6EB9-406D-9589-230FFDEF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Resultado esperado: primeira revisão escolhida, responsável confirmado e retorno combinado.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2FA3A-6B3E-4B13-8C13-86219845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f7ce0e8b2c4542e4"/>
              </a:rPr>
              <a:t>APEX #181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8BDE6-0A9B-4024-85DA-D29BCDA0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2040022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2026-10-20T10:47:50.4570000Z</dcterms:created>
  <dcterms:modified xsi:type="dcterms:W3CDTF">2026-10-20T10:47:50.4570000Z</dcterms:modified>
</coreProperties>
</file>