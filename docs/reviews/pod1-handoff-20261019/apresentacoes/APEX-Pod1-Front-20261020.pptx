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8304719d84c7b" /><Relationship Type="http://schemas.openxmlformats.org/officeDocument/2006/relationships/extended-properties" Target="/docProps/app.xml" Id="R798b05d33a274d47" /><Relationship Type="http://schemas.openxmlformats.org/officeDocument/2006/relationships/officeDocument" Target="/ppt/presentation.xml" Id="R29fe2afacae3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187fed1fb4542"/>
  </p:sldMasterIdLst>
  <p:notesMasterIdLst>
    <p:notesMasterId xmlns:r="http://schemas.openxmlformats.org/officeDocument/2006/relationships" r:id="Rc9aae2e45d114430"/>
  </p:notesMasterIdLst>
  <p:sldIdLst>
    <p:sldId xmlns:r="http://schemas.openxmlformats.org/officeDocument/2006/relationships" id="256" r:id="Rc08261dd3c314274"/>
    <p:sldId xmlns:r="http://schemas.openxmlformats.org/officeDocument/2006/relationships" id="257" r:id="R7ace03626421435b"/>
    <p:sldId xmlns:r="http://schemas.openxmlformats.org/officeDocument/2006/relationships" id="258" r:id="Rdbeb1e7ec7dd444d"/>
    <p:sldId xmlns:r="http://schemas.openxmlformats.org/officeDocument/2006/relationships" id="259" r:id="R981ac060ab1949de"/>
    <p:sldId xmlns:r="http://schemas.openxmlformats.org/officeDocument/2006/relationships" id="260" r:id="Rd24d6d7ba75d4fd5"/>
    <p:sldId xmlns:r="http://schemas.openxmlformats.org/officeDocument/2006/relationships" id="261" r:id="Rc43b6c48eae34789"/>
    <p:sldId xmlns:r="http://schemas.openxmlformats.org/officeDocument/2006/relationships" id="262" r:id="R2362a553f9194298"/>
    <p:sldId xmlns:r="http://schemas.openxmlformats.org/officeDocument/2006/relationships" id="263" r:id="R41b1e84cf50a46a4"/>
    <p:sldId xmlns:r="http://schemas.openxmlformats.org/officeDocument/2006/relationships" id="264" r:id="Rfb347d097bfd4481"/>
    <p:sldId xmlns:r="http://schemas.openxmlformats.org/officeDocument/2006/relationships" id="265" r:id="R46bf6846cef841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3acd3f8c04654" /><Relationship Type="http://schemas.openxmlformats.org/officeDocument/2006/relationships/slideMaster" Target="/ppt/slideMasters/slideMaster1.xml" Id="Rb0d187fed1fb4542" /><Relationship Type="http://schemas.openxmlformats.org/officeDocument/2006/relationships/notesMaster" Target="/ppt/notesMasters/notesMaster1.xml" Id="Rc9aae2e45d114430" /><Relationship Type="http://schemas.openxmlformats.org/officeDocument/2006/relationships/presProps" Target="/ppt/presProps.xml" Id="R269f260993e84349" /><Relationship Type="http://schemas.openxmlformats.org/officeDocument/2006/relationships/tableStyles" Target="/ppt/tableStyles.xml" Id="R3fc1bf07155849d1" /><Relationship Type="http://schemas.openxmlformats.org/officeDocument/2006/relationships/slide" Target="/ppt/slides/slide1.xml" Id="Rc08261dd3c314274" /><Relationship Type="http://schemas.openxmlformats.org/officeDocument/2006/relationships/slide" Target="/ppt/slides/slide2.xml" Id="R7ace03626421435b" /><Relationship Type="http://schemas.openxmlformats.org/officeDocument/2006/relationships/slide" Target="/ppt/slides/slide3.xml" Id="Rdbeb1e7ec7dd444d" /><Relationship Type="http://schemas.openxmlformats.org/officeDocument/2006/relationships/slide" Target="/ppt/slides/slide4.xml" Id="R981ac060ab1949de" /><Relationship Type="http://schemas.openxmlformats.org/officeDocument/2006/relationships/slide" Target="/ppt/slides/slide5.xml" Id="Rd24d6d7ba75d4fd5" /><Relationship Type="http://schemas.openxmlformats.org/officeDocument/2006/relationships/slide" Target="/ppt/slides/slide6.xml" Id="Rc43b6c48eae34789" /><Relationship Type="http://schemas.openxmlformats.org/officeDocument/2006/relationships/slide" Target="/ppt/slides/slide7.xml" Id="R2362a553f9194298" /><Relationship Type="http://schemas.openxmlformats.org/officeDocument/2006/relationships/slide" Target="/ppt/slides/slide8.xml" Id="R41b1e84cf50a46a4" /><Relationship Type="http://schemas.openxmlformats.org/officeDocument/2006/relationships/slide" Target="/ppt/slides/slide9.xml" Id="Rfb347d097bfd4481" /><Relationship Type="http://schemas.openxmlformats.org/officeDocument/2006/relationships/slide" Target="/ppt/slides/slide10.xml" Id="R46bf6846cef8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94d44e846b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2f4f7f6f24348" /><Relationship Type="http://schemas.openxmlformats.org/officeDocument/2006/relationships/notesMaster" Target="/ppt/notesMasters/notesMaster1.xml" Id="R3ca1de902661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68523f79645ef" /><Relationship Type="http://schemas.openxmlformats.org/officeDocument/2006/relationships/notesMaster" Target="/ppt/notesMasters/notesMaster1.xml" Id="Rc7b6db42bd0e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753a64f3c4fac" /><Relationship Type="http://schemas.openxmlformats.org/officeDocument/2006/relationships/notesMaster" Target="/ppt/notesMasters/notesMaster1.xml" Id="Rff02266fc26646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f76ef784f04215" /><Relationship Type="http://schemas.openxmlformats.org/officeDocument/2006/relationships/notesMaster" Target="/ppt/notesMasters/notesMaster1.xml" Id="R9f43e6f0b99a42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59e1fe6124ef0" /><Relationship Type="http://schemas.openxmlformats.org/officeDocument/2006/relationships/notesMaster" Target="/ppt/notesMasters/notesMaster1.xml" Id="R24568ac2a7cd48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929ae405c40c8" /><Relationship Type="http://schemas.openxmlformats.org/officeDocument/2006/relationships/notesMaster" Target="/ppt/notesMasters/notesMaster1.xml" Id="R1debf560ee1d48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06b0bc07e34753" /><Relationship Type="http://schemas.openxmlformats.org/officeDocument/2006/relationships/notesMaster" Target="/ppt/notesMasters/notesMaster1.xml" Id="Rdab66742f0664e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04579f87e449ae" /><Relationship Type="http://schemas.openxmlformats.org/officeDocument/2006/relationships/notesMaster" Target="/ppt/notesMasters/notesMaster1.xml" Id="R82503f124fff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e5219683684489" /><Relationship Type="http://schemas.openxmlformats.org/officeDocument/2006/relationships/notesMaster" Target="/ppt/notesMasters/notesMaster1.xml" Id="R4bad37f5be164d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5c830161b54a78" /><Relationship Type="http://schemas.openxmlformats.org/officeDocument/2006/relationships/notesMaster" Target="/ppt/notesMasters/notesMaster1.xml" Id="R597f9a3147e5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minha leitura para contribuir com o planejamento do time. Autoria da base compartilhada e limites das provas permanecem explícitos. O corte documental foi reconferido em 20/10/2026, com main c3c3ea3. Não representa liberação de release nem decisão oficial do pod.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https://github.com/luanmorenommaciel/apex/issues/188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Console e sua paridade são contribuições do Agmar. Na #100, dois commits substantivos têm autor Augusto Silva: 6dc476e e 5b4fc4f. Isso não transfere autoria da Console. Na #129, fab6620 é minha contribuição de integração após ajustes do Sidymar. A #182 implementa mudanças na branch, ainda fora da 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https://github.com/luanmorenommaciel/apex/blob/a296f1b3d93ba8ccba48d142be54f6b365c9746c/docs/reviews/pod1-handoff-20261019/ENTREGAS-E-AUTORIA.md</a:t>
            </a:r>
          </a:p>
          <a:p xmlns:a="http://schemas.openxmlformats.org/drawingml/2006/main">
            <a:r>
              <a:t>https://github.com/luanmorenommaciel/apex/pull/100</a:t>
            </a:r>
          </a:p>
          <a:p xmlns:a="http://schemas.openxmlformats.org/drawingml/2006/main">
            <a:r>
              <a:t>https://github.com/luanmorenommaciel/apex/pull/129</a:t>
            </a:r>
          </a:p>
          <a:p xmlns:a="http://schemas.openxmlformats.org/drawingml/2006/main">
            <a:r>
              <a:t>https://github.com/luanmorenommaciel/apex/pull/153</a:t>
            </a:r>
          </a:p>
          <a:p xmlns:a="http://schemas.openxmlformats.org/drawingml/2006/main">
            <a:r>
              <a:t>https://github.com/luanmorenommaciel/apex/pull/182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Estas PRs estão integradas no recorte. #146 é teste no Serve relacionado ao consumidor Front. #129 é do Sidymar e não entra como PR própria minha. Os critérios e limitações completos estão no histórico. Nenhuma dessas provas foi reexecutada para 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https://github.com/luanmorenommaciel/apex/blob/a296f1b3d93ba8ccba48d142be54f6b365c9746c/docs/reviews/pod1-handoff-20261019/ENTREGAS-E-AUTORIA.md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exemplos descrevem o antes/depois documentado. Não constituem nova reprodução do defeito. A acessibilidade foi tratada por componente no recorte, sem sessão nova de leitor de tela. A decisão de contrato do Verify permanece na #117.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https://github.com/luanmorenommaciel/apex/blob/a296f1b3d93ba8ccba48d142be54f6b365c9746c/docs/reviews/pod1-handoff-20261019/EXEMPLOS-ANTES-E-DEPOIS.md</a:t>
            </a:r>
          </a:p>
          <a:p xmlns:a="http://schemas.openxmlformats.org/drawingml/2006/main">
            <a:r>
              <a:t>https://github.com/luanmorenommaciel/apex/issues/117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corpo integral e os patches foram considerados na revalidação. Front 202 com 8 skip, Serve 456 e gate 17/17 são provas relatadas pelo autor, não executadas por nós nesta rodada. Três checks verdes e zero reviews formais no corte consultado não equivalem a aceite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https://github.com/luanmorenommaciel/apex/pull/182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https://github.com/luanmorenommaciel/apex/blob/a296f1b3d93ba8ccba48d142be54f6b365c9746c/docs/reviews/pod1-handoff-20261019/EVIDENCIAS-DOS-ENCAMINHAMENTOS.md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confundir jsdom/API, imagem com fixtures, curl e navegador real. Também não concluir ausência de E2E porque o auditor não o executou. O relato do Discord deve ser reconciliado com a árvore e o recibo antes de encerrar ou ampliar a #172.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https://github.com/luanmorenommaciel/apex/blob/a296f1b3d93ba8ccba48d142be54f6b365c9746c/docs/reviews/pod1-handoff-20261019/EVIDENCIAS-DOS-ENCAMINHAMENTOS.md</a:t>
            </a:r>
          </a:p>
          <a:p xmlns:a="http://schemas.openxmlformats.org/drawingml/2006/main">
            <a:r>
              <a:t>https://github.com/luanmorenommaciel/apex/issues/172</a:t>
            </a:r>
          </a:p>
          <a:p xmlns:a="http://schemas.openxmlformats.org/drawingml/2006/main">
            <a:r>
              <a:t>https://github.com/luanmorenommaciel/apex/pull/153</a:t>
            </a:r>
          </a:p>
          <a:p xmlns:a="http://schemas.openxmlformats.org/drawingml/2006/main">
            <a:r>
              <a:t>https://github.com/luanmorenommaciel/apex/pull/182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conferência confirmou referências a símbolos removidos nas superfícies de testes/gate. Não demonstrou conflito textual inevitável. Revisão de cada PR e teste de uma combinação são provas diferentes. Papéis e prazos devem ser confirmados pelo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https://github.com/luanmorenommaciel/apex/blob/15ab9dc2b587cb187a0413843761db3ec256da4e/docs/reviews/pod3-20261019/COORDENACAO-PR-182.md</a:t>
            </a:r>
          </a:p>
          <a:p xmlns:a="http://schemas.openxmlformats.org/drawingml/2006/main">
            <a:r>
              <a:t>https://github.com/luanmorenommaciel/apex/pull/158</a:t>
            </a:r>
          </a:p>
          <a:p xmlns:a="http://schemas.openxmlformats.org/drawingml/2006/main">
            <a:r>
              <a:t>https://github.com/luanmorenommaciel/apex/pull/159</a:t>
            </a:r>
          </a:p>
          <a:p xmlns:a="http://schemas.openxmlformats.org/drawingml/2006/main">
            <a:r>
              <a:t>https://github.com/luanmorenommaciel/apex/pull/182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token entregue ao navegador não prova identidade individual. Resolver integrado de atribuição não é integração completa de um consumidor. Os estudos #179/#108/#180 não precisam entrar na mesma implementação. Recomendações e alternativas detalhadas estão no pacote.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https://github.com/luanmorenommaciel/apex/blob/a296f1b3d93ba8ccba48d142be54f6b365c9746c/docs/reviews/pod1-handoff-20261019/PERGUNTAS-DE-DECISAO.md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https://github.com/luanmorenommaciel/apex/blob/a296f1b3d93ba8ccba48d142be54f6b365c9746c/docs/reviews/pod1-handoff-20261019/IDEIAS-E-BACKLOG.md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sequência propõe preparação e alinhamento. Implementação, execução de stack ou nova validação de navegador exigem o escopo escolhido. Ninguém foi designado automaticamente. A prioridade final é do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https://github.com/luanmorenommaciel/apex/blob/a296f1b3d93ba8ccba48d142be54f6b365c9746c/docs/reviews/pod1-handoff-20261019/DECISOES-E-PLANO.md</a:t>
            </a:r>
          </a:p>
          <a:p xmlns:a="http://schemas.openxmlformats.org/drawingml/2006/main">
            <a:r>
              <a:t>https://github.com/luanmorenommaciel/apex/issues/188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catálogo do Pod 1 reúne 23 objetos atuais e relaciona 95 fichas originais. São referências documentais e não 95 entregas aceitas. Cada fonte mantém seu SHA e seu corte de prova. A leitura pode receber complementos do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documental: 20/10/2026. Main c3c3ea3.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https://github.com/luanmorenommaciel/apex/issues/188</a:t>
            </a:r>
          </a:p>
          <a:p xmlns:a="http://schemas.openxmlformats.org/drawingml/2006/main">
            <a:r>
              <a:t>https://github.com/luanmorenommaciel/apex/pull/187</a:t>
            </a:r>
          </a:p>
          <a:p xmlns:a="http://schemas.openxmlformats.org/drawingml/2006/main">
            <a:r>
              <a:t>https://github.com/luanmorenommaciel/apex/pull/186</a:t>
            </a:r>
          </a:p>
          <a:p xmlns:a="http://schemas.openxmlformats.org/drawingml/2006/main">
            <a:r>
              <a:t>https://github.com/luanmorenommaciel/apex/blob/faf8b5723abd7cd0905137e574d515216f74d287/docs/reviews/pr-revalidation-20261019/README.md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ced7806cd4e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be26e646a4b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55efd521948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150e9465b4d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f4b3aa4384e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6f0b9e95a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72C640-A582-40F7-A7EA-9EC177B73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4E9541-4D41-446E-8AE6-19F04D6465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F37CEB-3BAF-4176-9088-5B0A526D2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27D8D2-3969-4439-8300-A7C3694DA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D4080A-5103-4BA5-AE40-040484ACA8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2245C2-16DA-46FF-AD55-CC3E37B05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F8AF9C-5655-4EA3-87CF-7C709B6C6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20B7C8-B616-4C68-8D7A-5F379AF78E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EA4EA1-3A18-4BD5-BE21-74472FCBB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F8FD41-F7E8-4D0E-B013-994069B76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9f11a63a564ab2" /><Relationship Type="http://schemas.openxmlformats.org/officeDocument/2006/relationships/slideLayout" Target="/ppt/slideLayouts/slideLayout1.xml" Id="R68c375f8823c4edb" /><Relationship Type="http://schemas.openxmlformats.org/officeDocument/2006/relationships/slideLayout" Target="/ppt/slideLayouts/slideLayout2.xml" Id="R0a1a703d99204599" /><Relationship Type="http://schemas.openxmlformats.org/officeDocument/2006/relationships/slideLayout" Target="/ppt/slideLayouts/slideLayout3.xml" Id="R6eb7477147aa4180" /><Relationship Type="http://schemas.openxmlformats.org/officeDocument/2006/relationships/slideLayout" Target="/ppt/slideLayouts/slideLayout4.xml" Id="Rec7202ce0e1c4019" /><Relationship Type="http://schemas.openxmlformats.org/officeDocument/2006/relationships/slideLayout" Target="/ppt/slideLayouts/slideLayout5.xml" Id="R47d6d3b5bd214634" /><Relationship Type="http://schemas.openxmlformats.org/officeDocument/2006/relationships/slideLayout" Target="/ppt/slideLayouts/slideLayout6.xml" Id="R16077acbfcf6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375f8823c4edb"/>
    <p:sldLayoutId xmlns:r="http://schemas.openxmlformats.org/officeDocument/2006/relationships" id="2147483650" r:id="R0a1a703d99204599"/>
    <p:sldLayoutId xmlns:r="http://schemas.openxmlformats.org/officeDocument/2006/relationships" id="2147483651" r:id="R6eb7477147aa4180"/>
    <p:sldLayoutId xmlns:r="http://schemas.openxmlformats.org/officeDocument/2006/relationships" id="2147483652" r:id="Rec7202ce0e1c4019"/>
    <p:sldLayoutId xmlns:r="http://schemas.openxmlformats.org/officeDocument/2006/relationships" id="2147483653" r:id="R47d6d3b5bd214634"/>
    <p:sldLayoutId xmlns:r="http://schemas.openxmlformats.org/officeDocument/2006/relationships" id="2147483654" r:id="R16077acbfcf6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9410b82a04e2b" /><Relationship Type="http://schemas.openxmlformats.org/officeDocument/2006/relationships/hyperlink" Target="https://github.com/luanmorenommaciel/apex/issues/188" TargetMode="External" Id="R739d7c7b2ddc44c9" /><Relationship Type="http://schemas.openxmlformats.org/officeDocument/2006/relationships/notesSlide" Target="/ppt/notesSlides/notesSlide1.xml" Id="Rdf0f43e04979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c894aba904506" /><Relationship Type="http://schemas.openxmlformats.org/officeDocument/2006/relationships/hyperlink" Target="https://github.com/luanmorenommaciel/apex/issues/188" TargetMode="External" Id="Rca0984b436424f50" /><Relationship Type="http://schemas.openxmlformats.org/officeDocument/2006/relationships/notesSlide" Target="/ppt/notesSlides/notesSlide2.xml" Id="R421174e23589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44f9dd2794e79" /><Relationship Type="http://schemas.openxmlformats.org/officeDocument/2006/relationships/hyperlink" Target="https://github.com/luanmorenommaciel/apex/issues/188" TargetMode="External" Id="R928d1b169b984a28" /><Relationship Type="http://schemas.openxmlformats.org/officeDocument/2006/relationships/notesSlide" Target="/ppt/notesSlides/notesSlide3.xml" Id="R37f1dd53ba804d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a64d62a804334" /><Relationship Type="http://schemas.openxmlformats.org/officeDocument/2006/relationships/hyperlink" Target="https://github.com/luanmorenommaciel/apex/issues/188" TargetMode="External" Id="Re7739a0661a54dff" /><Relationship Type="http://schemas.openxmlformats.org/officeDocument/2006/relationships/notesSlide" Target="/ppt/notesSlides/notesSlide4.xml" Id="Re4d8a67d256140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5d0e146834362" /><Relationship Type="http://schemas.openxmlformats.org/officeDocument/2006/relationships/hyperlink" Target="https://github.com/luanmorenommaciel/apex/issues/188" TargetMode="External" Id="Rb02c273bdf7b4ff7" /><Relationship Type="http://schemas.openxmlformats.org/officeDocument/2006/relationships/notesSlide" Target="/ppt/notesSlides/notesSlide5.xml" Id="Rf5290030a09e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82d2127ef4096" /><Relationship Type="http://schemas.openxmlformats.org/officeDocument/2006/relationships/hyperlink" Target="https://github.com/luanmorenommaciel/apex/issues/188" TargetMode="External" Id="Rd5940ce824404cf6" /><Relationship Type="http://schemas.openxmlformats.org/officeDocument/2006/relationships/notesSlide" Target="/ppt/notesSlides/notesSlide6.xml" Id="R1521d69914ef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f1d8b27f74f03" /><Relationship Type="http://schemas.openxmlformats.org/officeDocument/2006/relationships/hyperlink" Target="https://github.com/luanmorenommaciel/apex/issues/188" TargetMode="External" Id="R5c66e24c4997472c" /><Relationship Type="http://schemas.openxmlformats.org/officeDocument/2006/relationships/notesSlide" Target="/ppt/notesSlides/notesSlide7.xml" Id="R327ca59605d046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1b191f0d94261" /><Relationship Type="http://schemas.openxmlformats.org/officeDocument/2006/relationships/hyperlink" Target="https://github.com/luanmorenommaciel/apex/issues/188" TargetMode="External" Id="R4b9970edda914e76" /><Relationship Type="http://schemas.openxmlformats.org/officeDocument/2006/relationships/notesSlide" Target="/ppt/notesSlides/notesSlide8.xml" Id="Rced27693d52e43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7c634b6b743df" /><Relationship Type="http://schemas.openxmlformats.org/officeDocument/2006/relationships/hyperlink" Target="https://github.com/luanmorenommaciel/apex/issues/188" TargetMode="External" Id="R47c55d605ed243b6" /><Relationship Type="http://schemas.openxmlformats.org/officeDocument/2006/relationships/notesSlide" Target="/ppt/notesSlides/notesSlide9.xml" Id="R6f8b51dd99fe4b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5f22de35b4fe4" /><Relationship Type="http://schemas.openxmlformats.org/officeDocument/2006/relationships/hyperlink" Target="https://github.com/luanmorenommaciel/apex/issues/188" TargetMode="External" Id="R38f2aa7a7d1d4e22" /><Relationship Type="http://schemas.openxmlformats.org/officeDocument/2006/relationships/notesSlide" Target="/ppt/notesSlides/notesSlide10.xml" Id="R30a6468c1ec544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40F15-8B57-498B-A206-1E7C02DF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5C7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5C7CB"/>
                </a:solidFill>
                <a:latin typeface="Arial"/>
                <a:ea typeface="Arial"/>
                <a:cs typeface="Arial"/>
              </a:rPr>
              <a:t>APEX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28E3D-304E-4213-BED4-56351D8A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Pod 1 / Front-end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F662B-E80E-422C-9697-E737C87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Minhas contribuições e interfaces com o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BDE1B-839F-48B7-8AC2-89C3528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9DD"/>
                </a:solidFill>
                <a:latin typeface="Arial"/>
                <a:ea typeface="Arial"/>
                <a:cs typeface="Arial"/>
              </a:rPr>
              <a:t>Augusto Cezar</a:t>
            </a:r>
          </a:p>
          <a:p xmlns:a="http://schemas.openxmlformats.org/drawingml/2006/main">
            <a:pPr>
              <a:defRPr sz="1875" b="0">
                <a:solidFill>
                  <a:srgbClr val="C7D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9DD"/>
                </a:solidFill>
                <a:latin typeface="Arial"/>
                <a:ea typeface="Arial"/>
                <a:cs typeface="Arial"/>
              </a:rPr>
              <a:t>Visão para discussão do time em 20/10/2026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FD919-CAB2-4425-9805-1D772BB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8DDDE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DDDE0"/>
                </a:solidFill>
                <a:latin typeface="Arial"/>
                <a:ea typeface="Arial"/>
                <a:cs typeface="Arial"/>
                <a:hlinkClick xmlns:r="http://schemas.openxmlformats.org/officeDocument/2006/relationships" r:id="R739d7c7b2ddc44c9"/>
              </a:rPr>
              <a:t>Contribuições, evidências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559170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7C494-8706-4374-B8C0-130E9358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 base compartilhada da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55CDB-D05F-4A8A-86A0-3E07CE6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Agmar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B4D3D-8E8C-44E7-A24C-F2432C9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#100 entregou a Console. #153 integrou correções de paridade e registrou E2E até o 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A57E6-6BD2-453C-AA3B-A9BC7F3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Sidymar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AD77D-521E-4A4E-ADBB-31ED7452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#129 entregou a API HTTP e a integração inicial para consumo pelo Front.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38FD6-7B69-4987-8919-09C7B5E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Minha contribuição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6106D-3D96-4C72-A633-BE8B609D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Verify, contratos, acessibilidade, CI e ajustes de integração em PRs próprias e compartilhadas.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ABCB6-1C7F-4D6D-AFC4-F2C06DE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Próxima arquitetura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74F6D-855C-466D-8C53-9D9FACA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A #182 já implementa Console somente via API na branch do Agmar. Continua aberta.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6A5D5-1596-4ADF-AB1C-EC46E36F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Autoria da PR, dos commits e de quem fez o merge são registros diferentes.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C7554-384B-49C9-B2D3-F7581D29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ca0984b436424f50"/>
              </a:rPr>
              <a:t>APEX #188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00AE9-CC94-4146-8593-3C06CADE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584083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250DE-C5E5-4115-9541-B2117207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Minhas entregas integradas no Front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723BA-4EB3-45F8-B34A-0979AC8FC2AD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2762250"/>
                <a:gridCol w="5629275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PRs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Contribuição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Contrato de leitura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#97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Compare, Memory e Verify com estados e limites explícitos.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Verify e acessibilidade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#118 / #119 / #120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Fontes e seleção assíncrona, proposta original e região acessível.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Regras e tipos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#136 / #137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Veredictos independentes e reconhecimento de RETRY_PRESSURE.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Qualidade e erros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#138 / #151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CI rejeita warnings/suíte vazia e erros HTTP têm fallback legível.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7056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Interfaces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#146 e fab6620 na #129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Paridade de projeção e ajustes de integração Front/Serve.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CB6B8-11E0-4007-AACE-B323670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As frentes se sobrepõem entre pods. Não somar suas contagens como entregas independentes.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82636-8DE0-4765-8467-C780DC4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928d1b169b984a28"/>
              </a:rPr>
              <a:t>APEX #188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36EDC-575F-40FF-A52B-830244FA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526466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4D6AB-228C-4CC3-A261-7B4CB799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Verify: estado e evidência mais claros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3831D-D60A-4F5F-8CAA-96F46E7B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Seleção independente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ED07-667B-4570-A853-0C54115D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#118 separa as fontes para uma seleção explícita não depender da lista de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9E6B4-EAB0-4738-A77F-64AD79D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Proposta preservada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3393B-3DE8-4466-B05F-BC58AB90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#119 distingue formatos e mantém o conteúdo original visível e copiável.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AC239-6D29-4CE7-95CA-94AAF39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Acesso por região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F51C0-CC19-4BA9-8F2D-E1ADDA60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#120 declara uma região nomeada e conserva o texto da proposta.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12C27-2C75-4266-9005-86EA37F8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Leitura dos veredictos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1B33E-E137-48DD-AAAC-702C1560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#136 separa mecanismo e runtime e corrige a narração de regressão prevista.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4D382-A318-48F2-B114-058065E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Benefício para o time: discutir a proposta com contexto fiel, inclusive quando a evidência é parcial.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3C63C-4F01-4D5B-8C60-D690BF1D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e7739a0661a54dff"/>
              </a:rPr>
              <a:t>APEX #188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E171A-0B5E-4FF3-8B2E-75FC82C9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465255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053FC-A6E3-4806-AA26-2C0086FC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A implementação do Agmar na #182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DF939-6B24-4C12-A935-32FA172E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Dados somente pela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F177D-B47B-40F9-9077-4374E9AD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Remove a porta ClickHouse do browser e usa HTTP ou fixtures explícitos.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693D9-9B6E-44F7-A3B9-65A3EDAF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Operação do Front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43277-D8EA-47A0-BEF0-8D766BF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Nginx com hardening, fontes locais, Node 22 e comportamento de indisponibilidade.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3BE07-BEE5-4CAA-9190-B0B7B426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Leituras e interação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00B93-353D-435F-A4EB-5300D75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Deduplicação, cache, abort e controles de acessibilidade/testes de componentes.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802CC-1716-44D6-BCDE-323734C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Interface com 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1A511-9A1E-4A06-A241-B6009EE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Consultas concentradas no Serve, refused_count e gate de paridade revisto.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6AEEF-9FE2-402D-90DF-9918E6F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Implementado na branch do Agmar. Aberta, fora da main, no corte de 20/10.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434F5-E3EC-4063-90D7-79469A64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b02c273bdf7b4ff7"/>
              </a:rPr>
              <a:t>APEX #188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55AD-8BFC-48E3-92F2-AB8F69CA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853622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AC6FF-B295-4FFD-8628-59F402ED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Evidências existentes e próximo complemento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DE861-E7C8-4FDA-9EF1-D90424B09DD6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524375"/>
                <a:gridCol w="424815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já está documentado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Próxima conferência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#153 / histórico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Três jobs reais até o App. Testes Vitest/jsdom com fetch à API.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Preservar o alcance e a árvore do registro.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#182 / live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ClickHouse 24.8, seis stages e refused_count=3. Gate 17/17 relatado.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Vincular casos e recibos aos critérios escolhidos.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Imagem / nginx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222498cf: imagem em fixtures. Discord: relato adicional via nginx.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Conferir árvore e recibo antes de pedir nova prova.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#172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Critérios de HTTP no navegador têm registro próprio.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Identificar apenas eventual complemento específico.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4EED-372C-43DB-B320-CEA73C3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Prova não reproduzida nesta auditoria continua sendo prova relatada pelo autor.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88C9D-9A3D-46B1-8567-05DBC1B5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d5940ce824404cf6"/>
              </a:rPr>
              <a:t>APEX #188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DA66-A111-4757-8267-9DEFC6E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37514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73B48-366E-47B9-ADF9-830EBA4A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Integração de #182 com #158 e #159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637B6-4910-4188-9AC0-01FA58A9122F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4762500"/>
                <a:gridCol w="4248150"/>
              </a:tblGrid>
              <a:tr h="5524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Ponto a preservar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Encaminhamento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T w="7144">
                      <a:solidFill>
                        <a:srgbClr val="D6DFDF"/>
                      </a:solidFill>
                      <a:prstDash val="solid"/>
                    </a:lnT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143B4B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#158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Controle de ordenação dos findings. A #182 remove símbolos usados pelos testes.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Adaptar o teste à estrutura escolhida e manter a regressão útil.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#159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Gate, diagnóstico e limpeza com efeitos próprios. A #182 muda consultas/helpers.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Comparar controles e preservar escrita, limpeza e paridade pertinentes.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1022350"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Árvore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6DFDF"/>
                      </a:solidFill>
                      <a:prstDash val="solid"/>
                    </a:lnL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Sobreposição de caminhos não comprova conflito textual.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85725" rIns="123825" bIns="76200"/>
                    <a:lstStyle/>
                    <a:p>
                      <a:r>
                        <a:rPr sz="1875" b="0">
                          <a:solidFill>
                            <a:srgbClr val="152C39"/>
                          </a:solidFill>
                          <a:latin typeface="Arial"/>
                          <a:ea typeface="Arial"/>
                          <a:cs typeface="Arial"/>
                        </a:rPr>
                        <a:t>Combinar ordem/base e validar a árvore resultante.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6DFDF"/>
                      </a:solidFill>
                      <a:prstDash val="solid"/>
                    </a:lnR>
                    <a:lnB w="7144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A3C09-AADB-445F-A636-9036542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As adaptações são condicionais à combinação escolhida. Não houve combinação de branches nesta rodada.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43A32-6984-4FA7-8655-8D320C98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5c66e24c4997472c"/>
              </a:rPr>
              <a:t>APEX #188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57521-F18C-49FA-9196-2BC686D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74529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0A99A-0EF1-4747-A8AA-34D95AA4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Decisões do Front com 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CB0F1-EE40-450E-B27A-9BB9708A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#171: token e exposição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B47D3-1A4D-4DA2-8404-AC630DAE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Escolher perfil local ou compartilhado, custódia e política de docs/OpenAPI.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57D9E-0C63-457D-AE80-CFAF2FF6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#122: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19C5D-CDE2-43C1-8532-AB79DA50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Definir a primeira fatia de contrato e a sequência Serve–Front. API-only não decide o 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CD474-38EE-4EDE-B676-A96AD31D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#117 / #115: consumidores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D565E-6039-41F5-8681-20FE6108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Tratar piso do Verify e atribuição em registros próprios, com caso e critério.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1B207-CD36-4CBF-85E6-74F59D93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#166 e estudos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6237B-A3D4-4173-B206-E04EC4EB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Priorizar TAIL_OUTLIER/tipo desconhecido e outras ideias conforme o consumidor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4F441-E6DC-4440-97AB-1B20DF4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As propostas têm destinos documentados. Prioridades e responsáveis continuam a combinar.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BE15E-D666-4DC6-BE08-08ED3952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4b9970edda914e76"/>
              </a:rPr>
              <a:t>APEX #188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C5F46-399F-471B-9404-3C2E9B23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292504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DD1D2-CA3F-4A7A-AA2C-FFB62318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Sequência proposta para o Pod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399EA-D455-49F8-BA37-6BE3E8B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revisão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04592-4133-48F9-8863-02263CAE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Escolher a superfície de #182 e registrar a relação com #158/#159.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0679C-6616-4B20-8DAF-ACA92C1F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Decisão de ambiente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F1F67-E96D-4F98-AA6D-87546859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Definir o perfil de token/exposição da #171 com o responsável pelo ambiente.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6629C-70FF-42CC-B3D5-EE90B49C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Prova existente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C097A-A5F3-4915-B3C2-83DF8847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Mapear #153/#182 e o relato nginx aos critérios #172. Complementar só o residual.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F1957-83C7-413F-A60E-3D9F2018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Registro do acordo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E9D93-5EED-4299-9362-4126389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Confirmar revisor, saída esperada e retorno combinado. A ata permanece modelo.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5544B-2A3F-4249-8154-27B13E89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Revisões pequenas podem avançar sem resolver todos os estudos e decisões do backlog.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4044D-6D7F-4658-8487-9BA2653D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47c55d605ed243b6"/>
              </a:rPr>
              <a:t>APEX #188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C6015-6654-4C94-AC7D-174E745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152775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60036-AFAD-45E3-A4FB-82FD8CA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Onde o time pode verificar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E82A5-4D21-4642-AD39-9092826D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F5D2B-65D8-4681-BAE5-963B2FF4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Minha visão do Pod 1, com catálogo, decisões e oportunidades.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DFD26-6381-405B-88D3-460F00D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7DE44-C045-4118-9584-09084C6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Pacote documental em rascunho, com exemplos e referências por contribuição.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98BDF-5D27-4545-A4CE-998D0C27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#186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BCFDB-3464-4B4C-BE8E-58A8C472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Estudo dos 525 IDs e revalidação dos 93 PRs com limites por item.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C7039-1EC5-46BC-A3DC-C628851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Discussão do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54EAB-4F3D-41B7-9758-A65685D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7543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Escolher a primeira revisão e completar o registro com decisões reais.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29EF2-01AA-4150-97E4-E1E1DCDF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Documentação para discussão. PRs documentais continuam fora da main no corte consultado.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219C3-54EA-4FA3-A1CF-13C14C27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66F"/>
                </a:solidFill>
                <a:latin typeface="Arial"/>
                <a:ea typeface="Arial"/>
                <a:cs typeface="Arial"/>
                <a:hlinkClick xmlns:r="http://schemas.openxmlformats.org/officeDocument/2006/relationships" r:id="R38f2aa7a7d1d4e22"/>
              </a:rPr>
              <a:t>APEX #188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B12D4-60C1-41B3-811F-AC642058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913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6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835391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2026-10-20T10:47:43.6780000Z</dcterms:created>
  <dcterms:modified xsi:type="dcterms:W3CDTF">2026-10-20T10:47:43.6780000Z</dcterms:modified>
</coreProperties>
</file>